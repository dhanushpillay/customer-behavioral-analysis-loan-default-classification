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D1E743F-E622-66E9-15A6-C0FED6D8771C}">
          <p14:sldIdLst>
            <p14:sldId id="256"/>
          </p14:sldIdLst>
        </p14:section>
        <p14:section name="Idea" id="{BA5FA81D-E710-43FB-D1C7-3871FE1579B0}">
          <p14:sldIdLst>
            <p14:sldId id="257"/>
          </p14:sldIdLst>
        </p14:section>
        <p14:section name="Technical" id="{9CA03CDA-0DF0-11B9-81AF-30E0EA1B5FB3}">
          <p14:sldIdLst>
            <p14:sldId id="258"/>
          </p14:sldIdLst>
        </p14:section>
        <p14:section name="Feasibility" id="{C63332CC-0C96-3B12-B8CE-0990B40987CE}">
          <p14:sldIdLst>
            <p14:sldId id="259"/>
          </p14:sldIdLst>
        </p14:section>
        <p14:section name="Impact" id="{DD6A34E3-8A1F-6CF5-39DE-205AF0A5380D}">
          <p14:sldIdLst>
            <p14:sldId id="260"/>
          </p14:sldIdLst>
        </p14:section>
        <p14:section name="Research" id="{7F47FDBE-FF0A-FE04-797E-425E721C787C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r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28600"/>
            <a:ext cx="2103120" cy="10195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1828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Your Team Name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1371600" y="1261872"/>
            <a:ext cx="1463040" cy="54864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502920"/>
            <a:ext cx="813816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1371600" y="1645920"/>
            <a:ext cx="9418320" cy="44805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2"/>
          <p:cNvSpPr/>
          <p:nvPr/>
        </p:nvSpPr>
        <p:spPr>
          <a:xfrm>
            <a:off x="1371600" y="63550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@InnovateX 2.0 Idea submission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r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28600"/>
            <a:ext cx="2103120" cy="101955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1371600" y="1005840"/>
            <a:ext cx="8229600" cy="9144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5" name="Shape 0"/>
          <p:cNvSpPr/>
          <p:nvPr/>
        </p:nvSpPr>
        <p:spPr>
          <a:xfrm>
            <a:off x="1371600" y="1965960"/>
            <a:ext cx="1463040" cy="54864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6" name="Text 1"/>
          <p:cNvSpPr/>
          <p:nvPr/>
        </p:nvSpPr>
        <p:spPr>
          <a:xfrm>
            <a:off x="1371600" y="63550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@InnovateX 2.0 Idea submission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r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28600"/>
            <a:ext cx="2103120" cy="101955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1371600" y="274320"/>
            <a:ext cx="8138160" cy="5486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5" name="Text 0"/>
          <p:cNvSpPr/>
          <p:nvPr/>
        </p:nvSpPr>
        <p:spPr>
          <a:xfrm>
            <a:off x="1371600" y="63550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@InnovateX 2.0 Idea submission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371600" y="100584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accent1"/>
                </a:solidFill>
              </a:rPr>
              <a:t>InnovateX 2.0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1488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/>
              <a:t>TITLE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2788920"/>
            <a:ext cx="941832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2971800"/>
            <a:ext cx="88696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Problem Statement ID –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Problem Statement Title-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Theme-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PS Category- Software/Hardware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Team ID-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Team Name (Registered on portal)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325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81360" y="5486400"/>
            <a:ext cx="131033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orner TL 1"/>
          <p:cNvSpPr/>
          <p:nvPr/>
        </p:nvSpPr>
        <p:spPr>
          <a:xfrm flipV="1">
            <a:off x="0" y="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Corner TL 2"/>
          <p:cNvSpPr/>
          <p:nvPr/>
        </p:nvSpPr>
        <p:spPr>
          <a:xfrm flipV="1">
            <a:off x="0" y="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Corner TL 3"/>
          <p:cNvSpPr/>
          <p:nvPr/>
        </p:nvSpPr>
        <p:spPr>
          <a:xfrm flipV="1">
            <a:off x="0" y="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Corner TL 4"/>
          <p:cNvSpPr/>
          <p:nvPr/>
        </p:nvSpPr>
        <p:spPr>
          <a:xfrm flipV="1">
            <a:off x="0" y="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Corner BR 1"/>
          <p:cNvSpPr/>
          <p:nvPr/>
        </p:nvSpPr>
        <p:spPr>
          <a:xfrm flipH="1">
            <a:off x="11003280" y="585216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Corner BR 2"/>
          <p:cNvSpPr/>
          <p:nvPr/>
        </p:nvSpPr>
        <p:spPr>
          <a:xfrm flipH="1">
            <a:off x="11231880" y="603504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Corner BR 3"/>
          <p:cNvSpPr/>
          <p:nvPr/>
        </p:nvSpPr>
        <p:spPr>
          <a:xfrm flipH="1">
            <a:off x="11506200" y="626364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Corner BR 4"/>
          <p:cNvSpPr/>
          <p:nvPr/>
        </p:nvSpPr>
        <p:spPr>
          <a:xfrm flipH="1">
            <a:off x="11780520" y="649224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0040" y="6793992"/>
            <a:ext cx="1051560" cy="3200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502920"/>
            <a:ext cx="8138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sz="3000" b="1"/>
              <a:t>PROBLEM STATEMENT</a:t>
            </a:r>
            <a:endParaRPr lang="en-US" sz="3000" dirty="0"/>
          </a:p>
        </p:txBody>
      </p:sp>
      <p:sp>
        <p:nvSpPr>
          <p:cNvPr id="3" name="Subheading"/>
          <p:cNvSpPr txBox="1"/>
          <p:nvPr/>
        </p:nvSpPr>
        <p:spPr>
          <a:xfrm>
            <a:off x="1371600" y="15544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/>
              <a:t>Define the problem clearly</a:t>
            </a:r>
            <a:endParaRPr lang="en-US" sz="2000" dirty="0"/>
          </a:p>
        </p:txBody>
      </p:sp>
      <p:sp>
        <p:nvSpPr>
          <p:cNvPr id="4" name="Content panel"/>
          <p:cNvSpPr/>
          <p:nvPr/>
        </p:nvSpPr>
        <p:spPr>
          <a:xfrm>
            <a:off x="1371600" y="2148840"/>
            <a:ext cx="9418320" cy="3931920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ontent"/>
          <p:cNvSpPr txBox="1"/>
          <p:nvPr/>
        </p:nvSpPr>
        <p:spPr>
          <a:xfrm>
            <a:off x="1645920" y="2331720"/>
            <a:ext cx="886968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/>
              <a:t>What problem are you addressing?</a:t>
            </a:r>
            <a:endParaRPr lang="en-US" sz="2000" dirty="0"/>
          </a:p>
          <a:p>
            <a:r>
              <a:rPr sz="2000"/>
              <a:t>Who is affected by this problem?</a:t>
            </a:r>
          </a:p>
          <a:p>
            <a:r>
              <a:rPr sz="2000"/>
              <a:t>Why does this problem need a solution?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105" hasCustomPrompt="1"/>
          </p:nvPr>
        </p:nvSpPr>
        <p:spPr>
          <a:xfrm>
            <a:off x="1371600" y="1645920"/>
            <a:ext cx="941832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325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81360" y="5486400"/>
            <a:ext cx="131033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orner TL 1"/>
          <p:cNvSpPr/>
          <p:nvPr/>
        </p:nvSpPr>
        <p:spPr>
          <a:xfrm flipV="1">
            <a:off x="0" y="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Corner TL 2"/>
          <p:cNvSpPr/>
          <p:nvPr/>
        </p:nvSpPr>
        <p:spPr>
          <a:xfrm flipV="1">
            <a:off x="0" y="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Corner TL 3"/>
          <p:cNvSpPr/>
          <p:nvPr/>
        </p:nvSpPr>
        <p:spPr>
          <a:xfrm flipV="1">
            <a:off x="0" y="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Corner TL 4"/>
          <p:cNvSpPr/>
          <p:nvPr/>
        </p:nvSpPr>
        <p:spPr>
          <a:xfrm flipV="1">
            <a:off x="0" y="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Corner BR 1"/>
          <p:cNvSpPr/>
          <p:nvPr/>
        </p:nvSpPr>
        <p:spPr>
          <a:xfrm flipH="1">
            <a:off x="11003280" y="585216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Corner BR 2"/>
          <p:cNvSpPr/>
          <p:nvPr/>
        </p:nvSpPr>
        <p:spPr>
          <a:xfrm flipH="1">
            <a:off x="11231880" y="603504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Corner BR 3"/>
          <p:cNvSpPr/>
          <p:nvPr/>
        </p:nvSpPr>
        <p:spPr>
          <a:xfrm flipH="1">
            <a:off x="11506200" y="626364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Corner BR 4"/>
          <p:cNvSpPr/>
          <p:nvPr/>
        </p:nvSpPr>
        <p:spPr>
          <a:xfrm flipH="1">
            <a:off x="11780520" y="649224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0040" y="6793992"/>
            <a:ext cx="1051560" cy="3200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502920"/>
            <a:ext cx="8138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sz="3000" b="1"/>
              <a:t>OBJECTIVE</a:t>
            </a:r>
            <a:endParaRPr lang="en-US" sz="3000" dirty="0"/>
          </a:p>
        </p:txBody>
      </p:sp>
      <p:sp>
        <p:nvSpPr>
          <p:cNvPr id="3" name="Content panel"/>
          <p:cNvSpPr/>
          <p:nvPr/>
        </p:nvSpPr>
        <p:spPr>
          <a:xfrm>
            <a:off x="1371600" y="2148840"/>
            <a:ext cx="9418320" cy="3931920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Content"/>
          <p:cNvSpPr txBox="1"/>
          <p:nvPr/>
        </p:nvSpPr>
        <p:spPr>
          <a:xfrm>
            <a:off x="1645920" y="2331720"/>
            <a:ext cx="886968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/>
              <a:t>Primary objective of the idea</a:t>
            </a:r>
            <a:endParaRPr lang="en-US" sz="2000" dirty="0"/>
          </a:p>
          <a:p>
            <a:r>
              <a:rPr sz="2000"/>
              <a:t>Specific goals you aim to achieve</a:t>
            </a:r>
          </a:p>
          <a:p>
            <a:r>
              <a:rPr sz="2000"/>
              <a:t>Expected outcomes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1371600" y="1645920"/>
            <a:ext cx="941832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325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81360" y="5486400"/>
            <a:ext cx="131033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orner TL 1"/>
          <p:cNvSpPr/>
          <p:nvPr/>
        </p:nvSpPr>
        <p:spPr>
          <a:xfrm flipV="1">
            <a:off x="0" y="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Corner TL 2"/>
          <p:cNvSpPr/>
          <p:nvPr/>
        </p:nvSpPr>
        <p:spPr>
          <a:xfrm flipV="1">
            <a:off x="0" y="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Corner TL 3"/>
          <p:cNvSpPr/>
          <p:nvPr/>
        </p:nvSpPr>
        <p:spPr>
          <a:xfrm flipV="1">
            <a:off x="0" y="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Corner TL 4"/>
          <p:cNvSpPr/>
          <p:nvPr/>
        </p:nvSpPr>
        <p:spPr>
          <a:xfrm flipV="1">
            <a:off x="0" y="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Corner BR 1"/>
          <p:cNvSpPr/>
          <p:nvPr/>
        </p:nvSpPr>
        <p:spPr>
          <a:xfrm flipH="1">
            <a:off x="11003280" y="585216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Corner BR 2"/>
          <p:cNvSpPr/>
          <p:nvPr/>
        </p:nvSpPr>
        <p:spPr>
          <a:xfrm flipH="1">
            <a:off x="11231880" y="603504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Corner BR 3"/>
          <p:cNvSpPr/>
          <p:nvPr/>
        </p:nvSpPr>
        <p:spPr>
          <a:xfrm flipH="1">
            <a:off x="11506200" y="626364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Corner BR 4"/>
          <p:cNvSpPr/>
          <p:nvPr/>
        </p:nvSpPr>
        <p:spPr>
          <a:xfrm flipH="1">
            <a:off x="11780520" y="649224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0040" y="6793992"/>
            <a:ext cx="1051560" cy="3200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502920"/>
            <a:ext cx="8138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sz="3000" b="1"/>
              <a:t>SCOPE</a:t>
            </a:r>
            <a:endParaRPr lang="en-US" sz="3000" dirty="0"/>
          </a:p>
        </p:txBody>
      </p:sp>
      <p:sp>
        <p:nvSpPr>
          <p:cNvPr id="3" name="Content panel"/>
          <p:cNvSpPr/>
          <p:nvPr/>
        </p:nvSpPr>
        <p:spPr>
          <a:xfrm>
            <a:off x="1371600" y="2148840"/>
            <a:ext cx="9418320" cy="3931920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Content"/>
          <p:cNvSpPr txBox="1"/>
          <p:nvPr/>
        </p:nvSpPr>
        <p:spPr>
          <a:xfrm>
            <a:off x="1645920" y="2331720"/>
            <a:ext cx="886968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/>
              <a:t>Target users / beneficiaries</a:t>
            </a:r>
            <a:endParaRPr lang="en-US" sz="2000" dirty="0"/>
          </a:p>
          <a:p>
            <a:r>
              <a:rPr sz="2000"/>
              <a:t>Where and how the solution can be applied</a:t>
            </a:r>
          </a:p>
          <a:p>
            <a:r>
              <a:rPr sz="2000"/>
              <a:t>Key features included in the scope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1371600" y="1645920"/>
            <a:ext cx="941832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325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81360" y="5486400"/>
            <a:ext cx="131033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orner TL 1"/>
          <p:cNvSpPr/>
          <p:nvPr/>
        </p:nvSpPr>
        <p:spPr>
          <a:xfrm flipV="1">
            <a:off x="0" y="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Corner TL 2"/>
          <p:cNvSpPr/>
          <p:nvPr/>
        </p:nvSpPr>
        <p:spPr>
          <a:xfrm flipV="1">
            <a:off x="0" y="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Corner TL 3"/>
          <p:cNvSpPr/>
          <p:nvPr/>
        </p:nvSpPr>
        <p:spPr>
          <a:xfrm flipV="1">
            <a:off x="0" y="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Corner TL 4"/>
          <p:cNvSpPr/>
          <p:nvPr/>
        </p:nvSpPr>
        <p:spPr>
          <a:xfrm flipV="1">
            <a:off x="0" y="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Corner BR 1"/>
          <p:cNvSpPr/>
          <p:nvPr/>
        </p:nvSpPr>
        <p:spPr>
          <a:xfrm flipH="1">
            <a:off x="11003280" y="585216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Corner BR 2"/>
          <p:cNvSpPr/>
          <p:nvPr/>
        </p:nvSpPr>
        <p:spPr>
          <a:xfrm flipH="1">
            <a:off x="11231880" y="603504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Corner BR 3"/>
          <p:cNvSpPr/>
          <p:nvPr/>
        </p:nvSpPr>
        <p:spPr>
          <a:xfrm flipH="1">
            <a:off x="11506200" y="626364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Corner BR 4"/>
          <p:cNvSpPr/>
          <p:nvPr/>
        </p:nvSpPr>
        <p:spPr>
          <a:xfrm flipH="1">
            <a:off x="11780520" y="649224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0040" y="6793992"/>
            <a:ext cx="1051560" cy="3200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502920"/>
            <a:ext cx="8138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sz="3000" b="1"/>
              <a:t>PROPOSED SOLUTION</a:t>
            </a:r>
            <a:endParaRPr lang="en-US" sz="3000" dirty="0"/>
          </a:p>
        </p:txBody>
      </p:sp>
      <p:sp>
        <p:nvSpPr>
          <p:cNvPr id="3" name="Content panel"/>
          <p:cNvSpPr/>
          <p:nvPr/>
        </p:nvSpPr>
        <p:spPr>
          <a:xfrm>
            <a:off x="1371600" y="2148840"/>
            <a:ext cx="9418320" cy="3931920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Content"/>
          <p:cNvSpPr txBox="1"/>
          <p:nvPr/>
        </p:nvSpPr>
        <p:spPr>
          <a:xfrm>
            <a:off x="1645920" y="2331720"/>
            <a:ext cx="886968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/>
              <a:t>Describe your idea, solution, or prototype</a:t>
            </a:r>
            <a:endParaRPr lang="en-US" sz="2000" dirty="0"/>
          </a:p>
          <a:p>
            <a:r>
              <a:rPr sz="2000"/>
              <a:t>Explain how it addresses the problem</a:t>
            </a:r>
          </a:p>
          <a:p>
            <a:r>
              <a:rPr sz="2000"/>
              <a:t>Add a simple workflow or diagram if useful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1371600" y="1645920"/>
            <a:ext cx="941832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325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81360" y="5486400"/>
            <a:ext cx="131033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orner TL 1"/>
          <p:cNvSpPr/>
          <p:nvPr/>
        </p:nvSpPr>
        <p:spPr>
          <a:xfrm flipV="1">
            <a:off x="0" y="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Corner TL 2"/>
          <p:cNvSpPr/>
          <p:nvPr/>
        </p:nvSpPr>
        <p:spPr>
          <a:xfrm flipV="1">
            <a:off x="0" y="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Corner TL 3"/>
          <p:cNvSpPr/>
          <p:nvPr/>
        </p:nvSpPr>
        <p:spPr>
          <a:xfrm flipV="1">
            <a:off x="0" y="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Corner TL 4"/>
          <p:cNvSpPr/>
          <p:nvPr/>
        </p:nvSpPr>
        <p:spPr>
          <a:xfrm flipV="1">
            <a:off x="0" y="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Corner BR 1"/>
          <p:cNvSpPr/>
          <p:nvPr/>
        </p:nvSpPr>
        <p:spPr>
          <a:xfrm flipH="1">
            <a:off x="11003280" y="585216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Corner BR 2"/>
          <p:cNvSpPr/>
          <p:nvPr/>
        </p:nvSpPr>
        <p:spPr>
          <a:xfrm flipH="1">
            <a:off x="11231880" y="603504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Corner BR 3"/>
          <p:cNvSpPr/>
          <p:nvPr/>
        </p:nvSpPr>
        <p:spPr>
          <a:xfrm flipH="1">
            <a:off x="11506200" y="626364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Corner BR 4"/>
          <p:cNvSpPr/>
          <p:nvPr/>
        </p:nvSpPr>
        <p:spPr>
          <a:xfrm flipH="1">
            <a:off x="11780520" y="649224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0040" y="6793992"/>
            <a:ext cx="1051560" cy="3200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502920"/>
            <a:ext cx="8138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sz="3000" b="1"/>
              <a:t>TECHNOLOGY STACK</a:t>
            </a:r>
            <a:endParaRPr lang="en-US" sz="3000" dirty="0"/>
          </a:p>
        </p:txBody>
      </p:sp>
      <p:sp>
        <p:nvSpPr>
          <p:cNvPr id="3" name="Content panel"/>
          <p:cNvSpPr/>
          <p:nvPr/>
        </p:nvSpPr>
        <p:spPr>
          <a:xfrm>
            <a:off x="1371600" y="2148840"/>
            <a:ext cx="9418320" cy="3931920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Content"/>
          <p:cNvSpPr txBox="1"/>
          <p:nvPr/>
        </p:nvSpPr>
        <p:spPr>
          <a:xfrm>
            <a:off x="1645920" y="2331720"/>
            <a:ext cx="886968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/>
              <a:t>Programming languages, frameworks, and tools</a:t>
            </a:r>
            <a:endParaRPr lang="en-US" sz="2000" dirty="0"/>
          </a:p>
          <a:p>
            <a:r>
              <a:rPr sz="2000"/>
              <a:t>Hardware / software components (if applicable)</a:t>
            </a:r>
          </a:p>
          <a:p>
            <a:r>
              <a:rPr sz="2000"/>
              <a:t>Platforms, APIs, or databases to be used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1371600" y="1645920"/>
            <a:ext cx="941832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325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81360" y="5486400"/>
            <a:ext cx="131033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orner TL 1"/>
          <p:cNvSpPr/>
          <p:nvPr/>
        </p:nvSpPr>
        <p:spPr>
          <a:xfrm flipV="1">
            <a:off x="0" y="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Corner TL 2"/>
          <p:cNvSpPr/>
          <p:nvPr/>
        </p:nvSpPr>
        <p:spPr>
          <a:xfrm flipV="1">
            <a:off x="0" y="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Corner TL 3"/>
          <p:cNvSpPr/>
          <p:nvPr/>
        </p:nvSpPr>
        <p:spPr>
          <a:xfrm flipV="1">
            <a:off x="0" y="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Corner TL 4"/>
          <p:cNvSpPr/>
          <p:nvPr/>
        </p:nvSpPr>
        <p:spPr>
          <a:xfrm flipV="1">
            <a:off x="0" y="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Corner BR 1"/>
          <p:cNvSpPr/>
          <p:nvPr/>
        </p:nvSpPr>
        <p:spPr>
          <a:xfrm flipH="1">
            <a:off x="11003280" y="585216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Corner BR 2"/>
          <p:cNvSpPr/>
          <p:nvPr/>
        </p:nvSpPr>
        <p:spPr>
          <a:xfrm flipH="1">
            <a:off x="11231880" y="603504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Corner BR 3"/>
          <p:cNvSpPr/>
          <p:nvPr/>
        </p:nvSpPr>
        <p:spPr>
          <a:xfrm flipH="1">
            <a:off x="11506200" y="626364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Corner BR 4"/>
          <p:cNvSpPr/>
          <p:nvPr/>
        </p:nvSpPr>
        <p:spPr>
          <a:xfrm flipH="1">
            <a:off x="11780520" y="649224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0040" y="6793992"/>
            <a:ext cx="1051560" cy="3200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502920"/>
            <a:ext cx="8138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sz="3000" b="1"/>
              <a:t>INNOVATION</a:t>
            </a:r>
            <a:endParaRPr lang="en-US" sz="3000" dirty="0"/>
          </a:p>
        </p:txBody>
      </p:sp>
      <p:sp>
        <p:nvSpPr>
          <p:cNvPr id="3" name="Content panel"/>
          <p:cNvSpPr/>
          <p:nvPr/>
        </p:nvSpPr>
        <p:spPr>
          <a:xfrm>
            <a:off x="1371600" y="2148840"/>
            <a:ext cx="9418320" cy="3931920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Content"/>
          <p:cNvSpPr txBox="1"/>
          <p:nvPr/>
        </p:nvSpPr>
        <p:spPr>
          <a:xfrm>
            <a:off x="1645920" y="2331720"/>
            <a:ext cx="886968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/>
              <a:t>What makes your idea unique?</a:t>
            </a:r>
            <a:endParaRPr lang="en-US" sz="2000" dirty="0"/>
          </a:p>
          <a:p>
            <a:r>
              <a:rPr sz="2000"/>
              <a:t>How is it different from existing solutions?</a:t>
            </a:r>
          </a:p>
          <a:p>
            <a:r>
              <a:rPr sz="2000"/>
              <a:t>Novel features, creative approach, or added value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1371600" y="1645920"/>
            <a:ext cx="941832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92640" y="6309360"/>
            <a:ext cx="822960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325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881360" y="5486400"/>
            <a:ext cx="131033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orner TL 1"/>
          <p:cNvSpPr/>
          <p:nvPr/>
        </p:nvSpPr>
        <p:spPr>
          <a:xfrm flipV="1">
            <a:off x="0" y="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Corner TL 2"/>
          <p:cNvSpPr/>
          <p:nvPr/>
        </p:nvSpPr>
        <p:spPr>
          <a:xfrm flipV="1">
            <a:off x="0" y="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Corner TL 3"/>
          <p:cNvSpPr/>
          <p:nvPr/>
        </p:nvSpPr>
        <p:spPr>
          <a:xfrm flipV="1">
            <a:off x="0" y="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Corner TL 4"/>
          <p:cNvSpPr/>
          <p:nvPr/>
        </p:nvSpPr>
        <p:spPr>
          <a:xfrm flipV="1">
            <a:off x="0" y="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Corner BR 1"/>
          <p:cNvSpPr/>
          <p:nvPr/>
        </p:nvSpPr>
        <p:spPr>
          <a:xfrm flipH="1">
            <a:off x="11003280" y="5852160"/>
            <a:ext cx="1188720" cy="1005840"/>
          </a:xfrm>
          <a:prstGeom prst="rtTriangle">
            <a:avLst/>
          </a:prstGeom>
          <a:solidFill>
            <a:srgbClr val="D9C3D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Corner BR 2"/>
          <p:cNvSpPr/>
          <p:nvPr/>
        </p:nvSpPr>
        <p:spPr>
          <a:xfrm flipH="1">
            <a:off x="11231880" y="6035040"/>
            <a:ext cx="960120" cy="822960"/>
          </a:xfrm>
          <a:prstGeom prst="rtTriangle">
            <a:avLst/>
          </a:prstGeom>
          <a:solidFill>
            <a:srgbClr val="7B3A84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Corner BR 3"/>
          <p:cNvSpPr/>
          <p:nvPr/>
        </p:nvSpPr>
        <p:spPr>
          <a:xfrm flipH="1">
            <a:off x="11506200" y="6263640"/>
            <a:ext cx="685800" cy="594360"/>
          </a:xfrm>
          <a:prstGeom prst="rtTriangle">
            <a:avLst/>
          </a:prstGeom>
          <a:solidFill>
            <a:srgbClr val="0A6A9B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Corner BR 4"/>
          <p:cNvSpPr/>
          <p:nvPr/>
        </p:nvSpPr>
        <p:spPr>
          <a:xfrm flipH="1">
            <a:off x="11780520" y="6492240"/>
            <a:ext cx="411480" cy="365760"/>
          </a:xfrm>
          <a:prstGeom prst="rtTriangle">
            <a:avLst/>
          </a:prstGeom>
          <a:solidFill>
            <a:srgbClr val="142A5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0040" y="6793992"/>
            <a:ext cx="1051560" cy="32004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S Pune">
  <a:themeElements>
    <a:clrScheme name="EMBS Pune">
      <a:dk1>
        <a:srgbClr val="2B2B3A"/>
      </a:dk1>
      <a:lt1>
        <a:srgbClr val="FFFFFF"/>
      </a:lt1>
      <a:dk2>
        <a:srgbClr val="7B3A84"/>
      </a:dk2>
      <a:lt2>
        <a:srgbClr val="F4EEF7"/>
      </a:lt2>
      <a:accent1>
        <a:srgbClr val="7B3A84"/>
      </a:accent1>
      <a:accent2>
        <a:srgbClr val="0A6A9B"/>
      </a:accent2>
      <a:accent3>
        <a:srgbClr val="A86BB0"/>
      </a:accent3>
      <a:accent4>
        <a:srgbClr val="4FA3CC"/>
      </a:accent4>
      <a:accent5>
        <a:srgbClr val="D9C3DE"/>
      </a:accent5>
      <a:accent6>
        <a:srgbClr val="BFDDEE"/>
      </a:accent6>
      <a:hlink>
        <a:srgbClr val="0A6A9B"/>
      </a:hlink>
      <a:folHlink>
        <a:srgbClr val="7B3A84"/>
      </a:folHlink>
    </a:clrScheme>
    <a:fontScheme name="EMBS Pu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MBS Pune">
  <a:themeElements>
    <a:clrScheme name="EMBS Pune">
      <a:dk1>
        <a:srgbClr val="2B2B3A"/>
      </a:dk1>
      <a:lt1>
        <a:srgbClr val="FFFFFF"/>
      </a:lt1>
      <a:dk2>
        <a:srgbClr val="7B3A84"/>
      </a:dk2>
      <a:lt2>
        <a:srgbClr val="F4EEF7"/>
      </a:lt2>
      <a:accent1>
        <a:srgbClr val="7B3A84"/>
      </a:accent1>
      <a:accent2>
        <a:srgbClr val="0A6A9B"/>
      </a:accent2>
      <a:accent3>
        <a:srgbClr val="A86BB0"/>
      </a:accent3>
      <a:accent4>
        <a:srgbClr val="4FA3CC"/>
      </a:accent4>
      <a:accent5>
        <a:srgbClr val="D9C3DE"/>
      </a:accent5>
      <a:accent6>
        <a:srgbClr val="BFDDEE"/>
      </a:accent6>
      <a:hlink>
        <a:srgbClr val="0A6A9B"/>
      </a:hlink>
      <a:folHlink>
        <a:srgbClr val="7B3A84"/>
      </a:folHlink>
    </a:clrScheme>
    <a:fontScheme name="EMBS Pu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172</Words>
  <Application>Microsoft Office PowerPoint</Application>
  <PresentationFormat>Widescreen</PresentationFormat>
  <Paragraphs>46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EMBS Pune</vt:lpstr>
      <vt:lpstr>InnovateX 2.0</vt:lpstr>
      <vt:lpstr>PROBLEM STATEMENT</vt:lpstr>
      <vt:lpstr>OBJECTIVE</vt:lpstr>
      <vt:lpstr>SCOPE</vt:lpstr>
      <vt:lpstr>PROPOSED SOLUTION</vt:lpstr>
      <vt:lpstr>TECHNOLOGY STACK</vt:lpstr>
      <vt:lpstr>INNOVATION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DHANUSH PILLAY - MIT-ADT</cp:lastModifiedBy>
  <cp:revision>2</cp:revision>
  <dcterms:created xsi:type="dcterms:W3CDTF">2026-10-07T12:12:00Z</dcterms:created>
  <dcterms:modified xsi:type="dcterms:W3CDTF">2026-10-30T04:54:37Z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B583AD74746441D5983BE755960A9D14_13</vt:lpwstr>
  </property>
  <property fmtid="{D5CDD505-2E9C-101B-9397-08002B2CF9AE}" pid="3" name="KSOProductBuildVer">
    <vt:lpwstr>1033-12.1.0.29162</vt:lpwstr>
  </property>
</Properties>
</file>